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ارائه پروژه مقاله SMV-SVM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محمد مهدی نصرتی، حسام ثروتی، امیرعلی محمدی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صفحه اول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ارائه‌دهندگان:</a:t>
            </a:r>
            <a:r>
              <a:rPr/>
              <a:t> محمد مهدی نصرتی، حسام ثروتی، امیرعلی محمدی</a:t>
            </a:r>
          </a:p>
          <a:p>
            <a:pPr lvl="0"/>
            <a:r>
              <a:rPr b="1"/>
              <a:t>عنوان مقاله:</a:t>
            </a:r>
            <a:r>
              <a:rPr/>
              <a:t> Efficient implementation techniques of an SVM-based speech/music classifier in SMV</a:t>
            </a:r>
          </a:p>
          <a:p>
            <a:pPr lvl="0"/>
            <a:r>
              <a:rPr b="1"/>
              <a:t>نویسندگان مقاله:</a:t>
            </a:r>
            <a:r>
              <a:rPr/>
              <a:t> Chungsoo Lim, Joon-Hyuk Chang</a:t>
            </a:r>
          </a:p>
          <a:p>
            <a:pPr lvl="0"/>
            <a:r>
              <a:rPr b="1"/>
              <a:t>خروجی پروژه:</a:t>
            </a:r>
            <a:r>
              <a:rPr/>
              <a:t> کد + پاورپوینت + گزارش چندصفحه‌ای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بیان مسئله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در کدک SMV باید بین «دقت طبقه‌بندی گفتار/موسیقی» و «هزینه اجرا» توازن برقرار شود.</a:t>
            </a:r>
          </a:p>
          <a:p>
            <a:pPr lvl="0"/>
            <a:r>
              <a:rPr/>
              <a:t>SVM دقت خوبی دارد، اما روی سیستم نهفته هزینه محاسباتی بالایی تحمیل می‌کند.</a:t>
            </a:r>
          </a:p>
          <a:p>
            <a:pPr lvl="0"/>
            <a:r>
              <a:rPr/>
              <a:t>هدف مقاله: کاهش تعداد فراخوانی‌های SVM بدون افت معنادار دقت.</a:t>
            </a:r>
          </a:p>
        </p:txBody>
      </p:sp>
      <p:pic>
        <p:nvPicPr>
          <p:cNvPr descr="artifacts/ppt_figures/challenge_tradeo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چالش (قابل حل با ML) و چرایی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مسئله فقط یک طبقه‌بندی ساده نیست؛ یک </a:t>
            </a:r>
            <a:r>
              <a:rPr b="1"/>
              <a:t>مسئله طراحی سامانه</a:t>
            </a:r>
            <a:r>
              <a:rPr/>
              <a:t> با قید محاسباتی است.</a:t>
            </a:r>
          </a:p>
          <a:p>
            <a:pPr lvl="0"/>
            <a:r>
              <a:rPr/>
              <a:t>اگر از روش ساده داخلی SMV استفاده شود: سرعت خوب، دقت پایین‌تر.</a:t>
            </a:r>
          </a:p>
          <a:p>
            <a:pPr lvl="0"/>
            <a:r>
              <a:rPr/>
              <a:t>اگر فقط SVM استفاده شود: دقت بهتر، ولی هزینه زمانی/انرژی بالا.</a:t>
            </a:r>
          </a:p>
          <a:p>
            <a:pPr lvl="0"/>
            <a:r>
              <a:rPr/>
              <a:t>راه‌حل مقاله: هوشمندسازی مسیر تصمیم‌گیری برای کاهش درخواست‌های SVM.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مرور کارهای گذشته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طبقه‌بند داخلی SMV به‌عنوان خط‌پایه سبک‌وزن.</a:t>
            </a:r>
          </a:p>
          <a:p>
            <a:pPr lvl="0"/>
            <a:r>
              <a:rPr/>
              <a:t>کارهای SVM در SMV: بهبود دقت، اما سربار محاسباتی قابل توجه.</a:t>
            </a:r>
          </a:p>
          <a:p>
            <a:pPr lvl="0"/>
            <a:r>
              <a:rPr/>
              <a:t>کارهای WSVM و GMM: بهبودهای کاربردی، اما هنوز نیاز به کاهش هزینه اجرا وجود دارد.</a:t>
            </a:r>
          </a:p>
          <a:p>
            <a:pPr lvl="0"/>
            <a:r>
              <a:rPr/>
              <a:t>نوآوری مقاله: کاهش درخواست به SVM با دو مکانیزم Filtering و Skipping.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روش پیشنهادی مقاله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Filtering:</a:t>
            </a:r>
            <a:r>
              <a:rPr/>
              <a:t> تصمیم‌گیری ساده‌تر برای بخشی از فریم‌ها در سطح اول.</a:t>
            </a:r>
          </a:p>
          <a:p>
            <a:pPr lvl="0"/>
            <a:r>
              <a:rPr b="1"/>
              <a:t>Skipping:</a:t>
            </a:r>
            <a:r>
              <a:rPr/>
              <a:t> استفاده از همبستگی بین‌فریمی برای حذف بخشی از فراخوانی‌ها.</a:t>
            </a:r>
          </a:p>
          <a:p>
            <a:pPr lvl="0"/>
            <a:r>
              <a:rPr b="1"/>
              <a:t>Combined:</a:t>
            </a:r>
            <a:r>
              <a:rPr/>
              <a:t> ترکیب دو روش برای بیشینه‌کردن صرفه‌جویی.</a:t>
            </a:r>
          </a:p>
        </p:txBody>
      </p:sp>
      <p:pic>
        <p:nvPicPr>
          <p:cNvPr descr="artifacts/ppt_figures/method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پیاده‌سازی انجام‌شده در پروژه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پیاده‌سازی کامل در </a:t>
            </a:r>
            <a:r>
              <a:rPr>
                <a:latin typeface="Courier"/>
              </a:rPr>
              <a:t>smv_svm_paper_full_reproduction.ipynb</a:t>
            </a:r>
          </a:p>
          <a:p>
            <a:pPr lvl="0"/>
            <a:r>
              <a:rPr/>
              <a:t>از صفر با </a:t>
            </a:r>
            <a:r>
              <a:rPr b="1"/>
              <a:t>PyTorch</a:t>
            </a:r>
            <a:r>
              <a:rPr/>
              <a:t> و </a:t>
            </a:r>
            <a:r>
              <a:rPr b="1"/>
              <a:t>بدون sklearn</a:t>
            </a:r>
          </a:p>
          <a:p>
            <a:pPr lvl="0"/>
            <a:r>
              <a:rPr/>
              <a:t>پیاده‌سازی مکانیزم‌های پایه/فیلترینگ/پرش/ترکیبی</a:t>
            </a:r>
          </a:p>
          <a:p>
            <a:pPr lvl="0"/>
            <a:r>
              <a:rPr/>
              <a:t>تکمیل بخش‌های مقاله: 5.4، 5.5، 5.6، 5.7</a:t>
            </a:r>
          </a:p>
          <a:p>
            <a:pPr lvl="0"/>
            <a:r>
              <a:rPr/>
              <a:t>افزودن مکانیزم دوم پرش (مبتنی بر میانگین خروجی SVM، روابط 18 تا 20)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نتایج اصلی مقاله (Table 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افت دقت کمتر از حدود ۲٪</a:t>
            </a:r>
          </a:p>
          <a:p>
            <a:pPr lvl="0"/>
            <a:r>
              <a:rPr/>
              <a:t>نسبت فیلتر/پرش در روش ترکیبی: </a:t>
            </a:r>
            <a:r>
              <a:rPr b="1"/>
              <a:t>0.954</a:t>
            </a:r>
          </a:p>
          <a:p>
            <a:pPr lvl="0"/>
            <a:r>
              <a:rPr/>
              <a:t>زمان اجرا از </a:t>
            </a:r>
            <a:r>
              <a:rPr b="1"/>
              <a:t>16.501 ms</a:t>
            </a:r>
            <a:r>
              <a:rPr/>
              <a:t> به </a:t>
            </a:r>
            <a:r>
              <a:rPr b="1"/>
              <a:t>0.804 ms</a:t>
            </a:r>
            <a:r>
              <a:rPr/>
              <a:t> در هر فریم کاهش می‌یابد.</a:t>
            </a:r>
          </a:p>
        </p:txBody>
      </p:sp>
      <p:pic>
        <p:nvPicPr>
          <p:cNvPr descr="artifacts/ppt_figures/table6_m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بخش 5.4 و 5.5 (پارامتر و ترتیب مکانیزم‌ها)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مقایسه ترتیب‌ها: </a:t>
            </a:r>
            <a:r>
              <a:rPr>
                <a:latin typeface="Courier"/>
              </a:rPr>
              <a:t>F→S</a:t>
            </a:r>
            <a:r>
              <a:rPr/>
              <a:t> در برابر </a:t>
            </a:r>
            <a:r>
              <a:rPr>
                <a:latin typeface="Courier"/>
              </a:rPr>
              <a:t>S→F</a:t>
            </a:r>
          </a:p>
          <a:p>
            <a:pPr lvl="0"/>
            <a:r>
              <a:rPr/>
              <a:t>انتخاب پارامترها با قید افت دقت (حداکثر ۲٪)</a:t>
            </a:r>
          </a:p>
          <a:p>
            <a:pPr lvl="0"/>
            <a:r>
              <a:rPr/>
              <a:t>نتیجه کلیدی: تنظیم مناسب آستانه‌ها، کاهش زیاد فراخوانی SVM را ممکن می‌کند.</a:t>
            </a:r>
          </a:p>
        </p:txBody>
      </p:sp>
      <p:pic>
        <p:nvPicPr>
          <p:cNvPr descr="artifacts/ppt_figures/section54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بخش 5.6: تعمیم‌پذیری روی GMM و WSVM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همان منطق کاهش درخواست روی طبقه‌بندهای دیگر نیز مؤثر است.</a:t>
            </a:r>
          </a:p>
          <a:p>
            <a:pPr lvl="0"/>
            <a:r>
              <a:rPr/>
              <a:t>در جدول 8 مقاله، کاهش زمان/انرژی برای هر دو خانواده مدل گزارش شده است.</a:t>
            </a:r>
          </a:p>
          <a:p>
            <a:pPr lvl="0"/>
            <a:r>
              <a:rPr/>
              <a:t>در پیاده‌سازی ما نیز همتای این تحلیل‌ها تولید شده است.</a:t>
            </a:r>
          </a:p>
        </p:txBody>
      </p:sp>
      <p:pic>
        <p:nvPicPr>
          <p:cNvPr descr="artifacts/ppt_figures/table8_gmm_wsv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بخش 5.7: داده متفاوت و پایداری روش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مقاله نشان می‌دهد روش روی داده انتقال‌یافته/تخریب‌شده نیز پایدار می‌ماند.</a:t>
            </a:r>
          </a:p>
          <a:p>
            <a:pPr lvl="0"/>
            <a:r>
              <a:rPr/>
              <a:t>نسبت کاهش محاسبات در Filtering/Skipping/Combined همچنان بالا است.</a:t>
            </a:r>
          </a:p>
          <a:p>
            <a:pPr lvl="0"/>
            <a:r>
              <a:rPr/>
              <a:t>در پیاده‌سازی، نسخه پروکسی بازتولیدپذیر این تحلیل اضافه شده است.</a:t>
            </a:r>
          </a:p>
        </p:txBody>
      </p:sp>
      <p:pic>
        <p:nvPicPr>
          <p:cNvPr descr="artifacts/ppt_figures/table10_new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اعتبار علمی، محدودیت‌ها و جمع‌بندی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کد و نتایج در یک نوت‌بوک یکپارچه و بازتولیدپذیر ارائه شده‌اند.</a:t>
            </a:r>
          </a:p>
          <a:p>
            <a:pPr lvl="0"/>
            <a:r>
              <a:rPr/>
              <a:t>محدودیت‌ها (شفاف):</a:t>
            </a:r>
          </a:p>
          <a:p>
            <a:pPr lvl="1"/>
            <a:r>
              <a:rPr/>
              <a:t>نبود TIMIT+CD دقیق مقاله در محیط فعلی</a:t>
            </a:r>
          </a:p>
          <a:p>
            <a:pPr lvl="1"/>
            <a:r>
              <a:rPr/>
              <a:t>نبود مسیر fixed-point دقیق SMV</a:t>
            </a:r>
          </a:p>
          <a:p>
            <a:pPr lvl="1"/>
            <a:r>
              <a:rPr/>
              <a:t>نبود شبیه‌ساز سخت‌افزاری SimpleScalar برای انرژی واقعی</a:t>
            </a:r>
          </a:p>
          <a:p>
            <a:pPr lvl="0"/>
            <a:r>
              <a:rPr/>
              <a:t>با وجود محدودیت‌ها، روند نتایج و نتیجه‌گیری مقاله به‌صورت معتبر بازتولید شده است.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مراجع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Lim, C., &amp; Chang, J.-H. (2015). </a:t>
            </a:r>
            <a:r>
              <a:rPr i="1"/>
              <a:t>Efficient implementation techniques of an SVM-based speech/music classifier in SMV</a:t>
            </a:r>
            <a:r>
              <a:rPr/>
              <a:t>. Multimedia Tools and Applications, 74, 5375–5400.</a:t>
            </a:r>
          </a:p>
          <a:p>
            <a:pPr lvl="0" indent="-342900" marL="342900">
              <a:buAutoNum type="arabicPeriod"/>
            </a:pPr>
            <a:r>
              <a:rPr/>
              <a:t>3GPP2. </a:t>
            </a:r>
            <a:r>
              <a:rPr i="1"/>
              <a:t>Selectable Mode Vocoder (SMV) service option for wideband spread spectrum communication systems</a:t>
            </a:r>
            <a:r>
              <a:rPr/>
              <a:t> (3GPP2-C.S0030-0, v3.0), 2004.</a:t>
            </a:r>
          </a:p>
          <a:p>
            <a:pPr lvl="0" indent="-342900" marL="342900">
              <a:buAutoNum type="arabicPeriod"/>
            </a:pPr>
            <a:r>
              <a:rPr/>
              <a:t>Kim, S. K., &amp; Chang, J. H. (2009). </a:t>
            </a:r>
            <a:r>
              <a:rPr i="1"/>
              <a:t>Speech/music classification enhancement for 3GPP2 SMV codec based on SVM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Song, J. et al. (2011). </a:t>
            </a:r>
            <a:r>
              <a:rPr i="1"/>
              <a:t>Enhancement of speech/music decision employing GMM for SMV codec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Kim, S. K., &amp; Chang, J. H. (2010). </a:t>
            </a:r>
            <a:r>
              <a:rPr i="1"/>
              <a:t>Weighted SVM-based speech/music classification in 3GPP2 SMV codec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سپاس از توجه شما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ارائه پروژه مقاله SMV-SVM</dc:title>
  <dc:creator>محمد مهدی نصرتی، حسام ثروتی، امیرعلی محمدی</dc:creator>
  <cp:keywords/>
  <dcterms:created xsi:type="dcterms:W3CDTF">2026-02-13T14:07:40Z</dcterms:created>
  <dcterms:modified xsi:type="dcterms:W3CDTF">2026-02-13T14:07:40Z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